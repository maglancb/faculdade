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4611ca7f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4611ca7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segmento em que o meu protótipo irá atuar é o de floricultura, que com a pandemia acabou sendo bem </a:t>
            </a:r>
            <a:r>
              <a:rPr lang="en-US"/>
              <a:t>visado</a:t>
            </a:r>
            <a:r>
              <a:rPr lang="en-US"/>
              <a:t> pelo fato das pessoas passarem mais tempo em casa o que movimentou em 2022 em torno de </a:t>
            </a:r>
            <a:r>
              <a:rPr lang="en-US"/>
              <a:t>R$ 9,6 bilhões em comercialização</a:t>
            </a:r>
            <a:r>
              <a:rPr lang="en-US"/>
              <a:t> em todo o país segundo o Ibraflor, com a facilidade de se criar uma micro empresa e os </a:t>
            </a:r>
            <a:r>
              <a:rPr lang="en-US"/>
              <a:t>benefícios,</a:t>
            </a:r>
            <a:r>
              <a:rPr lang="en-US"/>
              <a:t> acabou sendo um mercado bem atraente fazendo com que surgissem várias novas empresas no ramo.</a:t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42f8862a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342f8862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a maioria das empresas quando são familiares ou estão bem no </a:t>
            </a:r>
            <a:r>
              <a:rPr lang="en-US"/>
              <a:t>início, não</a:t>
            </a:r>
            <a:r>
              <a:rPr lang="en-US"/>
              <a:t> há um software para gestão do estoque para os mesmos. E a relação entre cliente e empresa, na maioria dos casos, não há </a:t>
            </a:r>
            <a:r>
              <a:rPr lang="en-US"/>
              <a:t>nenhuma</a:t>
            </a:r>
            <a:r>
              <a:rPr lang="en-US"/>
              <a:t> plataforma ou aplicativo fazendo a </a:t>
            </a:r>
            <a:r>
              <a:rPr lang="en-US"/>
              <a:t>gerência do estoque</a:t>
            </a:r>
            <a:r>
              <a:rPr lang="en-US"/>
              <a:t> ou </a:t>
            </a:r>
            <a:r>
              <a:rPr lang="en-US"/>
              <a:t>disponibilizando</a:t>
            </a:r>
            <a:r>
              <a:rPr lang="en-US"/>
              <a:t> a possibilidade de fazer um pedido por exemplo.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42f8862af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342f8862a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Tornar mais fácil a comunicação entre os clientes e a empresa além de também melhorar a forma com que a empresa delega as funções quando há mais funcionários. Uma melhor gerência dos produtos, onde poderá ser feito uma análise dos produtos mais vendidos por exemplo, e com isso tornar a empresa mais atraente para os clientes, pelas facilidades de contato.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42f8862a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342f8862a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5b472f70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35b472f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42f8862a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342f8862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1.globo.com/sp/campinas-regiao/noticia/2020/11/08/mercado-de-flores-renasce-durante-pandemia-e-projeta-faturamento-5percent-maior-em-2020.ghtml" TargetMode="External"/><Relationship Id="rId4" Type="http://schemas.openxmlformats.org/officeDocument/2006/relationships/hyperlink" Target="https://www.terra.com.br/noticias/mercado-de-flores-no-brasil-tem-boas-perspectivas-para-2022,20e8038ff0fd9f83f3278ea56f879f23xnetnm6q.html" TargetMode="External"/><Relationship Id="rId5" Type="http://schemas.openxmlformats.org/officeDocument/2006/relationships/hyperlink" Target="https://g1.globo.com/sp/campinas-regiao/noticia/2022/05/04/maior-mercardo-de-flores-do-brasil-projeta-dia-das-maes-com-faturamento-12percent-maior.ghtml" TargetMode="External"/><Relationship Id="rId6" Type="http://schemas.openxmlformats.org/officeDocument/2006/relationships/hyperlink" Target="https://www.agrolink.com.br/noticias/mercado-de-flores-no-brasil--um-novo-perfil_46116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900112" y="836612"/>
            <a:ext cx="7270750" cy="2160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HORUS FACULDADES</a:t>
            </a: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Curso de</a:t>
            </a: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800"/>
              <a:t>Sistemas de Informação</a:t>
            </a: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168888" y="5181600"/>
            <a:ext cx="4889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BEM VINDOS!</a:t>
            </a:r>
            <a:endParaRPr sz="2000"/>
          </a:p>
        </p:txBody>
      </p:sp>
      <p:sp>
        <p:nvSpPr>
          <p:cNvPr id="86" name="Google Shape;86;p13"/>
          <p:cNvSpPr txBox="1"/>
          <p:nvPr/>
        </p:nvSpPr>
        <p:spPr>
          <a:xfrm>
            <a:off x="4211637" y="3119437"/>
            <a:ext cx="4752900" cy="21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Apresentação do Pré-projeto do TCC</a:t>
            </a:r>
            <a:endParaRPr sz="20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Protótipo FloriTec</a:t>
            </a:r>
            <a:b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2"/>
                </a:solidFill>
              </a:rPr>
              <a:t>Aluno: Maglan Cristiano Bieger</a:t>
            </a:r>
            <a:endParaRPr sz="20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Orientador: Ricardo Jeferson Hendges</a:t>
            </a:r>
            <a:endParaRPr sz="20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Professora: Micheli Alba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4294967295" type="body"/>
          </p:nvPr>
        </p:nvSpPr>
        <p:spPr>
          <a:xfrm>
            <a:off x="457200" y="18422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Falta de comunicação eficiente entre os clientes e os funcionários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Falta da gestão de estoque</a:t>
            </a:r>
            <a:endParaRPr sz="3000"/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92" name="Google Shape;92;p14"/>
          <p:cNvSpPr txBox="1"/>
          <p:nvPr>
            <p:ph type="ctrTitle"/>
          </p:nvPr>
        </p:nvSpPr>
        <p:spPr>
          <a:xfrm>
            <a:off x="685800" y="255254"/>
            <a:ext cx="7772400" cy="111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467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Tema e Justificativa</a:t>
            </a:r>
            <a:endParaRPr sz="4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lang="en-US" sz="3000"/>
              <a:t>Segmento de Mercado</a:t>
            </a:r>
            <a:endParaRPr sz="3000"/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Impacto da Pandemia no Mercado</a:t>
            </a:r>
            <a:endParaRPr sz="3000"/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Evolução das empresas no segmento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46724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Gestão do Estoque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Relação cliente e empresa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-US" sz="3000"/>
              <a:t>Melhorar a forma de comunicação dos clientes com a empresa</a:t>
            </a:r>
            <a:endParaRPr sz="3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3000"/>
              <a:t>Melhorar o gerenciamento dos produtos como um todo.</a:t>
            </a:r>
            <a:endParaRPr sz="3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3000"/>
              <a:t>Tornar a empresa mais atraente para o mercado e assim aumentar os lucros da mesma</a:t>
            </a:r>
            <a:endParaRPr sz="3000"/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1819150" y="242428"/>
            <a:ext cx="6867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Resultados esperados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Agradeço a minha esposa Pâmela pela paciência, pela compreensão e pelos </a:t>
            </a:r>
            <a:r>
              <a:rPr lang="en-US" sz="3000">
                <a:solidFill>
                  <a:schemeClr val="dk2"/>
                </a:solidFill>
              </a:rPr>
              <a:t>auxílios</a:t>
            </a:r>
            <a:r>
              <a:rPr lang="en-US" sz="3000">
                <a:solidFill>
                  <a:schemeClr val="dk2"/>
                </a:solidFill>
              </a:rPr>
              <a:t> em cada etapa, a minha professora Micheli Alba pelos </a:t>
            </a:r>
            <a:r>
              <a:rPr lang="en-US" sz="3000">
                <a:solidFill>
                  <a:schemeClr val="dk2"/>
                </a:solidFill>
              </a:rPr>
              <a:t>auxílios</a:t>
            </a:r>
            <a:r>
              <a:rPr lang="en-US" sz="3000">
                <a:solidFill>
                  <a:schemeClr val="dk2"/>
                </a:solidFill>
              </a:rPr>
              <a:t> e direcionamentos, e ao meu orientador Ricardo Jeferson Hendges pelos ensinamentos e auxílios.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16" name="Google Shape;116;p18"/>
          <p:cNvSpPr txBox="1"/>
          <p:nvPr>
            <p:ph type="title"/>
          </p:nvPr>
        </p:nvSpPr>
        <p:spPr>
          <a:xfrm>
            <a:off x="457150" y="24242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Agradecimentos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Perguntas?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42440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Referências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Fernando Evans e Fernando Pacífico, G1 Campinas e Região. Mercado de flores 'renasce' durante pandemia e projeta faturamento 5% maior em 2020. Acesso em 30/05/2022. Disponível em: </a:t>
            </a:r>
            <a:r>
              <a:rPr lang="en-US" sz="14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https://g1.globo.com/sp/campinas-regiao/noticia/2020/11/08/mercado-de-flores-renasce-durante-pandemia-e-projeta-faturamento-5percent-maior-em-2020.ghtml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Terra. Mercado de flores no Brasil tem boas perspectivas para 2022. Acesso em 30/05/2022 Disponível em: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https://www.terra.com.br/noticias/mercado-de-flores-no-brasil-tem-boas-perspectivas-para-2022,20e8038ff0fd9f83f3278ea56f879f23xnetnm6q.html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EPTV 2 e g1 Campinas e região. Maior mercado de flores do Brasil projeta Dia das Mães com alta de 12% no faturamento. Acesso em 01/06/2022. Disponível em: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https://g1.globo.com/sp/campinas-regiao/noticia/2022/05/04/maior-mercardo-de-flores-do-brasil-projeta-dia-das-maes-com-faturamento-12percent-maior.ghtml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Aline Merladete</a:t>
            </a:r>
            <a:r>
              <a:rPr lang="en-US" sz="1400"/>
              <a:t>. Mercado de flores no Brasil, um novo perfil. Acesso em 30/05/2022 Disponível em: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hlinkClick r:id="rId6"/>
              </a:rPr>
              <a:t>https://www.agrolink.com.br/noticias/mercado-de-flores-no-brasil--um-novo-perfil_461164.html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